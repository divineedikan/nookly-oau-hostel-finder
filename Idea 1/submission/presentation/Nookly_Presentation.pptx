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9144000" cy="5143500" type="screen16x9"/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_rels/slide15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Nookly Presentation Slides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1: Title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Nookly: OAU Student Housing Finder</a:t>
            </a:r>
          </a:p>
          <a:p>
            <a:r>
              <a:rPr sz="2000"/>
              <a:t>SWEP 200 Group Project</a:t>
            </a:r>
          </a:p>
          <a:p>
            <a:r>
              <a:rPr sz="2000"/>
              <a:t>Student housing discovery around Obafemi Awolowo University, Ile-Ife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2: Problem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Students struggle to compare hostel information.</a:t>
            </a:r>
          </a:p>
          <a:p>
            <a:r>
              <a:rPr sz="2000"/>
              <a:t>Details are scattered across word-of-mouth, websites, map listings and reviews.</a:t>
            </a:r>
          </a:p>
          <a:p>
            <a:r>
              <a:rPr sz="2000"/>
              <a:t>Rent period, distance, facilities and availability are often unclear.</a:t>
            </a:r>
          </a:p>
          <a:p>
            <a:r>
              <a:rPr sz="2000"/>
              <a:t>Students need a faster way to make an informed first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3: Aim And Objectives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Aim: Build a functional web-based hostel finder for OAU students.</a:t>
            </a:r>
          </a:p>
          <a:p>
            <a:r>
              <a:rPr sz="2000"/>
              <a:t>Objectives:</a:t>
            </a:r>
          </a:p>
          <a:p>
            <a:r>
              <a:rPr sz="2000"/>
              <a:t>Search and filter hostels.</a:t>
            </a:r>
          </a:p>
          <a:p>
            <a:r>
              <a:rPr sz="2000"/>
              <a:t>Compare on-campus and off-campus options.</a:t>
            </a:r>
          </a:p>
          <a:p>
            <a:r>
              <a:rPr sz="2000"/>
              <a:t>Show route context on a map.</a:t>
            </a:r>
          </a:p>
          <a:p>
            <a:r>
              <a:rPr sz="2000"/>
              <a:t>Display verified hostel details.</a:t>
            </a:r>
          </a:p>
          <a:p>
            <a:r>
              <a:rPr sz="2000"/>
              <a:t>Allow users to report incorrect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4: Target Users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New OAU students.</a:t>
            </a:r>
          </a:p>
          <a:p>
            <a:r>
              <a:rPr sz="2000"/>
              <a:t>Returning students looking for accommodation.</a:t>
            </a:r>
          </a:p>
          <a:p>
            <a:r>
              <a:rPr sz="2000"/>
              <a:t>Students comparing rent, room types and distance.</a:t>
            </a:r>
          </a:p>
          <a:p>
            <a:r>
              <a:rPr sz="2000"/>
              <a:t>Project team members maintaining hostel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5: Technologies Used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HTML for structure.</a:t>
            </a:r>
          </a:p>
          <a:p>
            <a:r>
              <a:rPr sz="2000"/>
              <a:t>CSS for styling and responsive layout.</a:t>
            </a:r>
          </a:p>
          <a:p>
            <a:r>
              <a:rPr sz="2000"/>
              <a:t>JavaScript for interactivity.</a:t>
            </a:r>
          </a:p>
          <a:p>
            <a:r>
              <a:rPr sz="2000"/>
              <a:t>Leaflet and OpenStreetMap for map display.</a:t>
            </a:r>
          </a:p>
          <a:p>
            <a:r>
              <a:rPr sz="2000"/>
              <a:t>OSRM for route estimates.</a:t>
            </a:r>
          </a:p>
          <a:p>
            <a:r>
              <a:rPr sz="2000"/>
              <a:t>JSON for hostel data.</a:t>
            </a:r>
          </a:p>
          <a:p>
            <a:r>
              <a:rPr sz="2000"/>
              <a:t>Formspree for report delivery.</a:t>
            </a:r>
          </a:p>
          <a:p>
            <a:r>
              <a:rPr sz="2000"/>
              <a:t>Python and Node.js for tests/data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6: Major Features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Verified hostel cards.</a:t>
            </a:r>
          </a:p>
          <a:p>
            <a:r>
              <a:rPr sz="2000"/>
              <a:t>Search and filters.</a:t>
            </a:r>
          </a:p>
          <a:p>
            <a:r>
              <a:rPr sz="2000"/>
              <a:t>Mobile-friendly navigation.</a:t>
            </a:r>
          </a:p>
          <a:p>
            <a:r>
              <a:rPr sz="2000"/>
              <a:t>Interactive map.</a:t>
            </a:r>
          </a:p>
          <a:p>
            <a:r>
              <a:rPr sz="2000"/>
              <a:t>Road route highlighting.</a:t>
            </a:r>
          </a:p>
          <a:p>
            <a:r>
              <a:rPr sz="2000"/>
              <a:t>Budget calculator.</a:t>
            </a:r>
          </a:p>
          <a:p>
            <a:r>
              <a:rPr sz="2000"/>
              <a:t>Hostel comparison.</a:t>
            </a:r>
          </a:p>
          <a:p>
            <a:r>
              <a:rPr sz="2000"/>
              <a:t>Report 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7: System Architecture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flowchart LR</a:t>
            </a:r>
          </a:p>
          <a:p>
            <a:r>
              <a:rPr sz="2000"/>
              <a:t>JSON[Hostel JSON Data] --&gt; APP[Frontend App]</a:t>
            </a:r>
          </a:p>
          <a:p>
            <a:r>
              <a:rPr sz="2000"/>
              <a:t>APP --&gt; MAP[Leaflet Map]</a:t>
            </a:r>
          </a:p>
          <a:p>
            <a:r>
              <a:rPr sz="2000"/>
              <a:t>MAP --&gt; OSM[OpenStreetMap Tiles]</a:t>
            </a:r>
          </a:p>
          <a:p>
            <a:r>
              <a:rPr sz="2000"/>
              <a:t>APP --&gt; ROUTE[OSRM Routes]</a:t>
            </a:r>
          </a:p>
          <a:p>
            <a:r>
              <a:rPr sz="2000"/>
              <a:t>APP --&gt; REPORT[Formspree Reports]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8: Data And Verification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48 hostel records.</a:t>
            </a:r>
          </a:p>
          <a:p>
            <a:r>
              <a:rPr sz="2000"/>
              <a:t>Visible verification date: 03/10/2026.</a:t>
            </a:r>
          </a:p>
          <a:p>
            <a:r>
              <a:rPr sz="2000"/>
              <a:t>On-campus details from personal enquiries and official context.</a:t>
            </a:r>
          </a:p>
          <a:p>
            <a:r>
              <a:rPr sz="2000"/>
              <a:t>Off-campus details from web research and public map/listing information.</a:t>
            </a:r>
          </a:p>
          <a:p>
            <a:r>
              <a:rPr sz="2000"/>
              <a:t>Unknown values are not invented.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9: Security And Usability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Dynamic text is escaped before display.</a:t>
            </a:r>
          </a:p>
          <a:p>
            <a:r>
              <a:rPr sz="2000"/>
              <a:t>No secret map API key is exposed.</a:t>
            </a:r>
          </a:p>
          <a:p>
            <a:r>
              <a:rPr sz="2000"/>
              <a:t>Form controls have labels.</a:t>
            </a:r>
          </a:p>
          <a:p>
            <a:r>
              <a:rPr sz="2000"/>
              <a:t>Mobile layout is optimized.</a:t>
            </a:r>
          </a:p>
          <a:p>
            <a:r>
              <a:rPr sz="2000"/>
              <a:t>Report form sends corrections to the project team.</a:t>
            </a:r>
          </a:p>
          <a:p>
            <a:r>
              <a:rPr sz="2000"/>
              <a:t>OpenStreetMap attribution is preserved.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10: Testing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Tests used:</a:t>
            </a:r>
          </a:p>
          <a:p>
            <a:r>
              <a:rPr sz="2000"/>
              <a:t>node --check app.js</a:t>
            </a:r>
          </a:p>
          <a:p>
            <a:r>
              <a:rPr sz="2000"/>
              <a:t>node tests/test_app.cjs</a:t>
            </a:r>
          </a:p>
          <a:p>
            <a:r>
              <a:rPr sz="2000"/>
              <a:t>python -m pytest tests -q -p no:cacheprovider</a:t>
            </a:r>
          </a:p>
          <a:p>
            <a:r>
              <a:rPr sz="2000"/>
              <a:t>Also tested in browser responsive mode and with live Formspree report submission.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11: Challenges And Solutions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Google Maps API cost: used Leaflet/OpenStreetMap/OSRM.</a:t>
            </a:r>
          </a:p>
          <a:p>
            <a:r>
              <a:rPr sz="2000"/>
              <a:t>Mobile scrolling issue: redesigned with mobile views.</a:t>
            </a:r>
          </a:p>
          <a:p>
            <a:r>
              <a:rPr sz="2000"/>
              <a:t>Duplicate address display: cleaned location text.</a:t>
            </a:r>
          </a:p>
          <a:p>
            <a:r>
              <a:rPr sz="2000"/>
              <a:t>Changing hostel data: added verification date and report form.</a:t>
            </a:r>
          </a:p>
          <a:p>
            <a:r>
              <a:rPr sz="2000"/>
              <a:t>Missing details: unknown values remain hidden or unavailable.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12: Limitations And Future Work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Limitations:</a:t>
            </a:r>
          </a:p>
          <a:p>
            <a:r>
              <a:rPr sz="2000"/>
              <a:t>No live traffic.</a:t>
            </a:r>
          </a:p>
          <a:p>
            <a:r>
              <a:rPr sz="2000"/>
              <a:t>No booking/payment.</a:t>
            </a:r>
          </a:p>
          <a:p>
            <a:r>
              <a:rPr sz="2000"/>
              <a:t>Availability can change.</a:t>
            </a:r>
          </a:p>
          <a:p>
            <a:r>
              <a:rPr sz="2000"/>
              <a:t>Future work:</a:t>
            </a:r>
          </a:p>
          <a:p>
            <a:r>
              <a:rPr sz="2000"/>
              <a:t>Admin dashboard.</a:t>
            </a:r>
          </a:p>
          <a:p>
            <a:r>
              <a:rPr sz="2000"/>
              <a:t>More field verification.</a:t>
            </a:r>
          </a:p>
          <a:p>
            <a:r>
              <a:rPr sz="2000"/>
              <a:t>Photo gallery.</a:t>
            </a:r>
          </a:p>
          <a:p>
            <a:r>
              <a:rPr sz="2000"/>
              <a:t>PWA/offline support.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13: Live Demo Flow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1. Open the site.</a:t>
            </a:r>
          </a:p>
          <a:p>
            <a:r>
              <a:rPr sz="2000"/>
              <a:t>2. Search for a hostel.</a:t>
            </a:r>
          </a:p>
          <a:p>
            <a:r>
              <a:rPr sz="2000"/>
              <a:t>3. Apply filters.</a:t>
            </a:r>
          </a:p>
          <a:p>
            <a:r>
              <a:rPr sz="2000"/>
              <a:t>4. Open the map route.</a:t>
            </a:r>
          </a:p>
          <a:p>
            <a:r>
              <a:rPr sz="2000"/>
              <a:t>5. Compare hostels.</a:t>
            </a:r>
          </a:p>
          <a:p>
            <a:r>
              <a:rPr sz="2000"/>
              <a:t>6. Use budget calculator.</a:t>
            </a:r>
          </a:p>
          <a:p>
            <a:r>
              <a:rPr sz="2000"/>
              <a:t>7. Send a correction report.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sz="3400" b="1"/>
              <a:t>Slide 14: Conclusion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r>
              <a:rPr sz="2000"/>
              <a:t>Nookly is a functional web-based solution, not just a collection of pages. It applies SWEP concepts in web technology, networking, data handling, product design and security awareness to solve a real student accommodation problem.</a:t>
            </a:r>
          </a:p>
        </p:txBody>
      </p:sp>
    </p:spTree>
  </p:cSld>
  <p:clrMapOvr>
    <a:masterClrMapping/>
  </p:clrMapOvr>
</p:sld>
</file>